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ONETA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ORIONETA  |  EFT DEVOPS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ISY1101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rioneta.accesscam.org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orioneta.accesscam.org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rion/Proyectos/Orioneta-Backend/docs/eft/evidencias/frontend-produ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0B1020">
              <a:alpha val="58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143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ORIONETA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18745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CI/CD y despliegue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en Amazon EKS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13232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C7"/>
                </a:solidFill>
              </a:rPr>
              <a:t>Evaluacion Final Transversal  |  ISY1101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Leandro Pedraza  /  Juan [completar apellido]</a:t>
            </a:r>
            <a:endParaRPr lang="en-US" sz="1300" dirty="0"/>
          </a:p>
        </p:txBody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713232" y="4590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38BDF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https://orioneta.accesscam.org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y alcance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Del commit a una aplicacion accesible por HTTPS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3035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301625" indent="-301625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</a:rPr>
              <a:t>Automatizar build, pruebas, imagenes y despliegue.</a:t>
            </a:r>
            <a:endParaRPr lang="en-US" sz="1900" dirty="0"/>
          </a:p>
          <a:p>
            <a:pPr marL="301625" indent="-301625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</a:rPr>
              <a:t>Integrar frontend, 14 microservicios y datos relacionales.</a:t>
            </a:r>
            <a:endParaRPr lang="en-US" sz="1900" dirty="0"/>
          </a:p>
          <a:p>
            <a:pPr marL="301625" indent="-301625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</a:rPr>
              <a:t>Ejecutar todos los componentes en contenedores.</a:t>
            </a:r>
            <a:endParaRPr lang="en-US" sz="1900" dirty="0"/>
          </a:p>
          <a:p>
            <a:pPr marL="301625" indent="-301625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</a:rPr>
              <a:t>Orquestar produccion con Amazon EKS.</a:t>
            </a:r>
            <a:endParaRPr lang="en-US" sz="1900" dirty="0"/>
          </a:p>
          <a:p>
            <a:pPr marL="301625" indent="-301625">
              <a:buSzPct val="100000"/>
              <a:buChar char="•"/>
            </a:pPr>
            <a:r>
              <a:rPr lang="en-US" sz="1900" dirty="0">
                <a:solidFill>
                  <a:srgbClr val="F8FAFC"/>
                </a:solidFill>
              </a:rPr>
              <a:t>Evidenciar seguridad, logs, metricas y trazabilidad.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0" y="1417320"/>
            <a:ext cx="4892040" cy="1280160"/>
          </a:xfrm>
          <a:prstGeom prst="roundRect">
            <a:avLst>
              <a:gd name="adj" fmla="val 4286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417320"/>
            <a:ext cx="54864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11112" y="1563624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Resultado verificable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11112" y="1911096"/>
            <a:ext cx="45445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Frontend 200 OK, Gateway UP, OAuth disponible, WebSocket WSS y 14/14 Deployments listos.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92608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926080"/>
            <a:ext cx="54864" cy="1508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3072384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Tecnologias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11112" y="3419856"/>
            <a:ext cx="4544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React 19, Vite 8, Java 25, Spring Boot, Maven, PostgreSQL, RabbitMQ, Redis, MinIO, Docker, Kubernetes y AWS.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4663440"/>
            <a:ext cx="4892040" cy="114300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4663440"/>
            <a:ext cx="54864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4809744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Repositorios publicos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5157216"/>
            <a:ext cx="4544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Backend: OrionTheProgrammer/Orioneta-Backend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Frontend: Panditax727/Orioneta-Frontend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Rama productiva: main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desplegada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Separacion entre acceso publico y servicios internos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home/orion/Proyectos/Orioneta-Backend/docs/eft/arquitectura-desplieg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10789920" cy="3218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983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Dynu + Caddy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017520" y="4983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EC2 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4983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NLB + Gateway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6640" y="4983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EKS privado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509760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EBS + datos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se integra el sistema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Cada tecnologia resuelve un tipo de comunicacion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HTTPS same-origin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19656"/>
            <a:ext cx="31729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Caddy entrega React y reenvia /api, /oauth2 y /ws. El navegador utiliza un unico dominio y evita CORS innecesario.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325880"/>
            <a:ext cx="54864" cy="1828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7218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REST + BFF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1819656"/>
            <a:ext cx="31729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Gateway centraliza la entrada. El BFF compone datos y los servicios se resuelven por DNS interno de Kubernetes.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325880"/>
            <a:ext cx="54864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47218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Eventos + realtime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57032" y="1819656"/>
            <a:ext cx="31729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RabbitMQ desacopla mensajes y notificaciones. WebSocket entrega eventos; Redis mantiene presencia.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29000"/>
            <a:ext cx="54864" cy="1600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575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3922776"/>
            <a:ext cx="31729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Un motor compartido en el laboratorio con una base logica por servicio para evitar acceso cruzado a tablas.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4290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342900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575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MinIO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3712" y="3922776"/>
            <a:ext cx="31729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Los objetos multimedia se almacenan fuera de la base; media-service conserva metadatos y autorizacion.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4290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429000"/>
            <a:ext cx="54864" cy="1600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3575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JWT propio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57032" y="3922776"/>
            <a:ext cx="31729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Google y GitHub validan identidad, pero auth-service emite el token interno usado por Orioneta.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Contenedores y entorno local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Imagenes pequenas, reproducibles y sin privilegios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429000" cy="3337560"/>
          </a:xfrm>
          <a:prstGeom prst="roundRect">
            <a:avLst>
              <a:gd name="adj" fmla="val 1644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3337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Backend 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19656"/>
            <a:ext cx="308152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Dos etapas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JRE 25 Alpine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Usuario orioneta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Solo JAR y puerto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.dockerignore reducido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429000" cy="3337560"/>
          </a:xfrm>
          <a:prstGeom prst="roundRect">
            <a:avLst>
              <a:gd name="adj" fmla="val 1644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325880"/>
            <a:ext cx="54864" cy="3337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472184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Frontend React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1819656"/>
            <a:ext cx="308152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Node 22 Alpine compila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Nginx Alpine sirve dist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Healthcheck /health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Sin dependencias de desarrollo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429000" cy="3337560"/>
          </a:xfrm>
          <a:prstGeom prst="roundRect">
            <a:avLst>
              <a:gd name="adj" fmla="val 1644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25880"/>
            <a:ext cx="54864" cy="3337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472184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Docker Compose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48472" y="1819656"/>
            <a:ext cx="308152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Infraestructura para 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Pila completa con perfiles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Frontend + Caddy +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Volumenes persistentes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localhost:5173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0C7"/>
                </a:solidFill>
              </a:rPr>
              <a:t>Perfiles: messaging  |  realtime  |  customization  |  media  |  market  |  audit  |  observability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CI/CD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Automatizado desde main y trazable por SHA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home/orion/Proyectos/Orioneta-Backend/docs/eft/pipeline-ci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27048"/>
            <a:ext cx="10835640" cy="1655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352044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3520440"/>
            <a:ext cx="54864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3666744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Backend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1832" y="4014216"/>
            <a:ext cx="4910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Deteccion de cambios -&gt; Maven verify -&gt; Docker Hub -&gt; Kustomize -&gt; rollout EKS.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3520440"/>
            <a:ext cx="5257800" cy="1508760"/>
          </a:xfrm>
          <a:prstGeom prst="roundRect">
            <a:avLst>
              <a:gd name="adj" fmla="val 3636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3520440"/>
            <a:ext cx="54864" cy="1508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3666744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Frontend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28232" y="4014216"/>
            <a:ext cx="4910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Build Vite -&gt; Docker Hub -&gt; SSH temporal -&gt; EC2/Caddy -&gt; healthcheck -&gt; revocar acceso.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0C7"/>
                </a:solidFill>
              </a:rPr>
              <a:t>Tags: latest + sha  |  Secretos enmascarados  |  Concurrency evita despliegues superpuestos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Infraestructura AWS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Red segmentada y backend orquestado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1828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VPC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19656"/>
            <a:ext cx="303580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10.42.0.0/16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2 zonas de disponibilidad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2 subredes publicas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2 subredes privadas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3258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7218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1819656"/>
            <a:ext cx="303580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EC2 t3.small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Amazon Linux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Caddy + Nginx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80/443 publicos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74736" y="13258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325880"/>
            <a:ext cx="54864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47218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85048" y="1819656"/>
            <a:ext cx="303580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EKS 1.36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NLB internet-facing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14 Deployments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Services ClusterIP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383280" cy="1508760"/>
          </a:xfrm>
          <a:prstGeom prst="roundRect">
            <a:avLst>
              <a:gd name="adj" fmla="val 3636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74720"/>
            <a:ext cx="54864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6210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Persistencia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3968496"/>
            <a:ext cx="30358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PVC con EBS gp3 cifrado para PostgreSQL, RabbitMQ, Redis y MinIO.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07408" y="3474720"/>
            <a:ext cx="3383280" cy="1508760"/>
          </a:xfrm>
          <a:prstGeom prst="roundRect">
            <a:avLst>
              <a:gd name="adj" fmla="val 3636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7408" y="3474720"/>
            <a:ext cx="54864" cy="1508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6210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Alta disponibilidad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3968496"/>
            <a:ext cx="30358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Subredes en us-east-1a y us-east-1b. El NLB distribuye entrada al Gateway.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74736" y="3474720"/>
            <a:ext cx="3383280" cy="1508760"/>
          </a:xfrm>
          <a:prstGeom prst="roundRect">
            <a:avLst>
              <a:gd name="adj" fmla="val 3636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347472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5048" y="36210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Costos del laboratorio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85048" y="3968496"/>
            <a:ext cx="30358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Una replica por servicio. La arquitectura permite HPA y mas replicas al crecer.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y secretos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Capas de control desde GitHub hasta el contenedor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577840" cy="4663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69875" indent="-269875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HTTPS automatico con Caddy.</a:t>
            </a:r>
            <a:endParaRPr lang="en-US" sz="1700" dirty="0"/>
          </a:p>
          <a:p>
            <a:pPr marL="269875" indent="-269875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JWT interno y Resource Server.</a:t>
            </a:r>
            <a:endParaRPr lang="en-US" sz="1700" dirty="0"/>
          </a:p>
          <a:p>
            <a:pPr marL="269875" indent="-269875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GitHub Secrets -&gt; Kubernetes Secret.</a:t>
            </a:r>
            <a:endParaRPr lang="en-US" sz="1700" dirty="0"/>
          </a:p>
          <a:p>
            <a:pPr marL="269875" indent="-269875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Servicios de datos sin exposicion publica.</a:t>
            </a:r>
            <a:endParaRPr lang="en-US" sz="1700" dirty="0"/>
          </a:p>
          <a:p>
            <a:pPr marL="269875" indent="-269875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SSH abierto solo para la IP efimera del runner.</a:t>
            </a:r>
            <a:endParaRPr lang="en-US" sz="1700" dirty="0"/>
          </a:p>
          <a:p>
            <a:pPr marL="269875" indent="-269875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Imagenes Alpine y usuario Java sin root.</a:t>
            </a:r>
            <a:endParaRPr lang="en-US" sz="1700" dirty="0"/>
          </a:p>
          <a:p>
            <a:pPr marL="269875" indent="-269875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Mejora: OIDC, Trivy, NetworkPolicy y Secrets Manager.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37960" y="1508760"/>
            <a:ext cx="4800600" cy="1554480"/>
          </a:xfrm>
          <a:prstGeom prst="roundRect">
            <a:avLst>
              <a:gd name="adj" fmla="val 3529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0" y="1508760"/>
            <a:ext cx="54864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48272" y="165506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Principio de minimo privilegio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48272" y="2002536"/>
            <a:ext cx="44531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El pipeline solo necesita publicar imagenes, autenticarse en EKS y actualizar recursos. Los secretos nunca se escriben en Git.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333756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3337560"/>
            <a:ext cx="54864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348386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Superficie publica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48272" y="3831336"/>
            <a:ext cx="4453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EC2: 80/443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EKS: Gateway por NLB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Interno: bases, brokers y microservicios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502920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502920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517550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Credenciales academicas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48272" y="5522976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AWS Academy usa sesiones temporales. En una cuenta permanente se reemplazan por GitHub OIDC.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y observabilidad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Calidad antes del deploy y salud despues del rollout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68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19656"/>
            <a:ext cx="21671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pruebas backend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0 fallos / 0 errores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2588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325880"/>
            <a:ext cx="54864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47218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37,11%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592" y="1819656"/>
            <a:ext cx="21671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cobertura de instrucciones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JaCoCo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325880"/>
            <a:ext cx="54864" cy="155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47218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14/14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36792" y="1819656"/>
            <a:ext cx="21671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Deployments disponibles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0 reinicios observados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132588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0" y="1325880"/>
            <a:ext cx="54864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147218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79992" y="1819656"/>
            <a:ext cx="21671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Gateway readiness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HTTPS y WSS activos</a:t>
            </a:r>
            <a:endParaRPr lang="en-US" sz="1100" dirty="0"/>
          </a:p>
        </p:txBody>
      </p:sp>
      <p:pic>
        <p:nvPicPr>
          <p:cNvPr id="20" name="Image 0" descr="/home/orion/Proyectos/Orioneta-Backend/docs/eft/evidencias/cloud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37560"/>
            <a:ext cx="5166360" cy="1911096"/>
          </a:xfrm>
          <a:prstGeom prst="rect">
            <a:avLst/>
          </a:prstGeom>
        </p:spPr>
      </p:pic>
      <p:pic>
        <p:nvPicPr>
          <p:cNvPr id="21" name="Image 1" descr="/home/orion/Proyectos/Orioneta-Backend/docs/eft/evidencias/kuberne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127248"/>
            <a:ext cx="5074920" cy="28437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de automatizacion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Dos repositorios, dos pipelines, una version productiva</a:t>
            </a:r>
            <a:endParaRPr lang="en-US" sz="1100" dirty="0"/>
          </a:p>
        </p:txBody>
      </p:sp>
      <p:pic>
        <p:nvPicPr>
          <p:cNvPr id="4" name="Image 0" descr="/home/orion/Proyectos/Orioneta-Backend/docs/eft/evidencias/github-actions-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5577840" cy="3364992"/>
          </a:xfrm>
          <a:prstGeom prst="rect">
            <a:avLst/>
          </a:prstGeom>
        </p:spPr>
      </p:pic>
      <p:pic>
        <p:nvPicPr>
          <p:cNvPr id="5" name="Image 1" descr="/home/orion/Proyectos/Orioneta-Backend/docs/eft/evidencias/github-actions-front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234440"/>
            <a:ext cx="548640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Backend: test + imagenes + EKS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9224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Frontend: imagen + EC2 + Caddy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Demostracion en vivo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Recorrido de 2 minutos</a:t>
            </a:r>
            <a:endParaRPr lang="en-US" sz="1100" dirty="0"/>
          </a:p>
        </p:txBody>
      </p:sp>
      <p:pic>
        <p:nvPicPr>
          <p:cNvPr id="4" name="Image 0" descr="/home/orion/Proyectos/Orioneta-Backend/docs/eft/evidencias/frontend-produ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629400" cy="41422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325880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3898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75320" y="1362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HTTPS y acceso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635240" y="2185416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224942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75320" y="22219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Login y chat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635240" y="3044952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31089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75320" y="3081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Actions exitosas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635240" y="3904488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3968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39410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kubectl: pods y services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635240" y="4764024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482803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75320" y="4800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CloudWatch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635240" y="5669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0C7"/>
                </a:solidFill>
              </a:rPr>
              <a:t>Plan B: capturas y enlaces del informe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Automatizacion reproducible, trazable y escalable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4864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85750" indent="-28575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Cada cambio validado produce un artefacto identificable.</a:t>
            </a:r>
            <a:endParaRPr lang="en-US" sz="1800" dirty="0"/>
          </a:p>
          <a:p>
            <a:pPr marL="285750" indent="-28575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EKS reemplaza operacion manual por estado declarativo.</a:t>
            </a:r>
            <a:endParaRPr lang="en-US" sz="1800" dirty="0"/>
          </a:p>
          <a:p>
            <a:pPr marL="285750" indent="-28575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La red limita la exposicion a los puntos necesarios.</a:t>
            </a:r>
            <a:endParaRPr lang="en-US" sz="1800" dirty="0"/>
          </a:p>
          <a:p>
            <a:pPr marL="285750" indent="-28575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Actuator, Actions y CloudWatch entregan evidencia operativa.</a:t>
            </a:r>
            <a:endParaRPr lang="en-US" sz="1800" dirty="0"/>
          </a:p>
          <a:p>
            <a:pPr marL="285750" indent="-28575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La solucion esta preparada para HPA y servicios administrados.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29400" y="1417320"/>
            <a:ext cx="4572000" cy="2423160"/>
          </a:xfrm>
          <a:prstGeom prst="roundRect">
            <a:avLst>
              <a:gd name="adj" fmla="val 2264"/>
            </a:avLst>
          </a:prstGeom>
          <a:solidFill>
            <a:srgbClr val="151B2D"/>
          </a:solidFill>
          <a:ln w="12700">
            <a:solidFill>
              <a:srgbClr val="2B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1417320"/>
            <a:ext cx="54864" cy="2423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39712" y="156362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Proximos pasos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39712" y="1911096"/>
            <a:ext cx="422452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GitHub OIDC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Escaneo Trivy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Container Insights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HPA y pruebas de carga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0C7"/>
                </a:solidFill>
              </a:rPr>
              <a:t>RDS + S3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2940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Preguntas</a:t>
            </a:r>
            <a:endParaRPr lang="en-US" sz="3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662940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38BDF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https://orioneta.accesscam.org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9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Orioneta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Orioneta - CI/CD y Amazon EKS</dc:title>
  <dc:subject>Evaluacion Final Transversal ISY1101</dc:subject>
  <dc:creator>Orioneta Team</dc:creator>
  <cp:lastModifiedBy>Orioneta Team</cp:lastModifiedBy>
  <cp:revision>1</cp:revision>
  <dcterms:created xsi:type="dcterms:W3CDTF">2026-06-22T00:50:28Z</dcterms:created>
  <dcterms:modified xsi:type="dcterms:W3CDTF">2026-06-22T00:50:28Z</dcterms:modified>
</cp:coreProperties>
</file>